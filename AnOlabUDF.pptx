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F466E-BF0B-664D-831E-7251D3B92057}" type="datetimeFigureOut">
              <a:rPr lang="en-US" smtClean="0"/>
              <a:t>8/31/21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974BF-8A83-8647-BAFE-F1E47B8F9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974BF-8A83-8647-BAFE-F1E47B8F97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31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E0388-C538-3448-8903-DC9D5C57D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0F484-90AA-9B48-B506-641076607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A7FEF-B873-254D-B669-3748821F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7D144-C8A9-E349-9236-02A11B893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98D85-A63A-BD44-9EA7-ED06D75E8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9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AF05-E7FD-EA44-8A3B-E74A0D14A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0E0FA-4121-534C-80AA-9D45CA495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9FF34-93D5-224A-B807-92095960E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CB910-105B-5E42-B3E6-24CE793C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5BE86-DB61-4942-8D82-DE5D54E8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9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480C-7539-4845-87AF-045D6A25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CA3C8-3A25-6E4D-9FFE-5246C2C60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11C6F-A9A5-F845-BF53-F47F5A06D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B452A-9089-7546-8F01-7026C6B95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F4A05-1EAE-E047-97F4-24422B59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41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0BA4-2548-2C43-B6E0-55C5307D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FDDBB-A755-FD48-B002-48A0824C9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D41FF-A863-514B-9AFB-322698F36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4AB8D-90C0-804A-B002-6FC7EC0E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28070-6D4D-D049-A849-9B19D55F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B7FEA-2C24-4E49-AC41-241C90ED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21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1901-4D5A-6142-A8C7-1A5027A1B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09585-B57E-4642-94FD-2F1FCDDBD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F8654-B15D-1E43-BE23-FEF325EBA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B38B9-9DC6-5A44-A72C-0393B4C40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45DC6-9258-7540-8D7C-6480D0BF1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2A934C-7CAA-144C-B1EF-8E748661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D9935-3FFA-AF46-9B99-C9A994BF9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3A013-DDE6-2A42-B178-B0E12E206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CF71-3150-8648-92C5-AB366DA3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38B84-A79D-114A-AED0-1C9C7A23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E30E5-48E2-C94A-8100-49F710E37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32209-4B39-954D-A4FC-3157CB8A0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06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40F5BD-E117-2649-BBC6-64EE3ADF4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AF6E30-79EB-7846-B28D-50192022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3B10F-14B6-0F4D-8377-1ABB5283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0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ECBE-89D5-4C47-B4AB-A10EAEF97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5A64F-7F81-054A-96D8-954FE6D18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29CA9-54CA-9B43-AD8B-F1BC23609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6B992-9023-D84A-996F-8CBCE76E2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05B72-449B-6944-B581-E89C4353D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7F35D-252A-2A48-AAEB-36D2880C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35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A5C6-24EA-C440-830F-8E8534E5C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514EC-A48E-D541-A296-3A17B406C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E2F5B-A010-7F45-9CFC-A1A766988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D99B2-D100-8B4F-A46E-4BA9DEECA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667E6-914F-A64B-8CC7-3A230EE9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4E4E9-948D-004E-84D0-EC065BC8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2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748B-41BC-4847-871B-A50329E58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FFD5A-D689-A64A-8CEA-8AA65D80C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9FB47-A24E-EB4A-8C01-6DF4CDA93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AE972-E38F-F948-8A99-2666D729C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704AE-93A9-7F41-ADD6-92409AACA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3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3D376-D5BC-E94A-9EC4-DC723A5B56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D3820-C4E0-6244-822F-79EC3D285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7C5FF-AF47-464A-9C79-4FDF3DC0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9AFBA-8DC3-6041-B152-ECCE6DEC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B0453-A708-1441-86EC-AB661552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9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B1043-3BE6-7F41-843D-125DE4F7D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4C889-FCAE-E243-BF42-AF5ABB601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49104-1A69-5345-B52A-07423C470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E89AE-60B3-B343-AB40-0439D4B088AF}" type="datetimeFigureOut">
              <a:rPr lang="en-US" smtClean="0"/>
              <a:t>8/31/21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4D003-2ED4-0B40-9E71-0CC9127B7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6CD41-ED4C-2D43-BB5B-5895BB2FC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73CDB-6A11-4147-A164-CAEC02A9A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8CB86C9-8E23-C341-B53D-CA58B7F38BF4}"/>
              </a:ext>
            </a:extLst>
          </p:cNvPr>
          <p:cNvSpPr/>
          <p:nvPr/>
        </p:nvSpPr>
        <p:spPr>
          <a:xfrm>
            <a:off x="259491" y="3141012"/>
            <a:ext cx="5234343" cy="2134817"/>
          </a:xfrm>
          <a:prstGeom prst="ellipse">
            <a:avLst/>
          </a:prstGeom>
          <a:noFill/>
          <a:ln>
            <a:solidFill>
              <a:schemeClr val="accent1">
                <a:shade val="50000"/>
                <a:alpha val="35855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CCEBF1-A74E-4249-A409-B6E2432F859B}"/>
              </a:ext>
            </a:extLst>
          </p:cNvPr>
          <p:cNvSpPr/>
          <p:nvPr/>
        </p:nvSpPr>
        <p:spPr>
          <a:xfrm>
            <a:off x="695960" y="3764117"/>
            <a:ext cx="1316842" cy="630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ltm01.f5demo.com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F0FBB-7958-7D4A-82DC-F5F5B5DB279E}"/>
              </a:ext>
            </a:extLst>
          </p:cNvPr>
          <p:cNvSpPr/>
          <p:nvPr/>
        </p:nvSpPr>
        <p:spPr>
          <a:xfrm>
            <a:off x="2203104" y="3764115"/>
            <a:ext cx="1316842" cy="630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ltm02.f5demo.com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7F5FE1-CD3E-5F4B-B2F7-0F5DA5CA5C3B}"/>
              </a:ext>
            </a:extLst>
          </p:cNvPr>
          <p:cNvSpPr/>
          <p:nvPr/>
        </p:nvSpPr>
        <p:spPr>
          <a:xfrm>
            <a:off x="3693212" y="3764115"/>
            <a:ext cx="1316842" cy="630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ltm03.f5demo.com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8CDF82-D2F3-1C40-A066-9EA50FB9C04E}"/>
              </a:ext>
            </a:extLst>
          </p:cNvPr>
          <p:cNvCxnSpPr>
            <a:cxnSpLocks/>
          </p:cNvCxnSpPr>
          <p:nvPr/>
        </p:nvCxnSpPr>
        <p:spPr>
          <a:xfrm>
            <a:off x="932455" y="2760452"/>
            <a:ext cx="1079856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0C4367-6A9A-8C46-93A8-F6A74982A04A}"/>
              </a:ext>
            </a:extLst>
          </p:cNvPr>
          <p:cNvCxnSpPr>
            <a:cxnSpLocks/>
          </p:cNvCxnSpPr>
          <p:nvPr/>
        </p:nvCxnSpPr>
        <p:spPr>
          <a:xfrm>
            <a:off x="587435" y="5418851"/>
            <a:ext cx="10901845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3BCF03-C3D7-DF41-95C1-52B55F588A35}"/>
              </a:ext>
            </a:extLst>
          </p:cNvPr>
          <p:cNvCxnSpPr>
            <a:cxnSpLocks/>
          </p:cNvCxnSpPr>
          <p:nvPr/>
        </p:nvCxnSpPr>
        <p:spPr>
          <a:xfrm>
            <a:off x="891646" y="5776283"/>
            <a:ext cx="1028995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FEF0A-93B3-924F-AA5D-6600CAF7E04D}"/>
              </a:ext>
            </a:extLst>
          </p:cNvPr>
          <p:cNvCxnSpPr>
            <a:cxnSpLocks/>
          </p:cNvCxnSpPr>
          <p:nvPr/>
        </p:nvCxnSpPr>
        <p:spPr>
          <a:xfrm>
            <a:off x="1374311" y="2762262"/>
            <a:ext cx="0" cy="99521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4000F4-71B7-D54B-ABE1-53A3FB9C3F93}"/>
              </a:ext>
            </a:extLst>
          </p:cNvPr>
          <p:cNvCxnSpPr>
            <a:cxnSpLocks/>
          </p:cNvCxnSpPr>
          <p:nvPr/>
        </p:nvCxnSpPr>
        <p:spPr>
          <a:xfrm>
            <a:off x="2900951" y="2762262"/>
            <a:ext cx="0" cy="99521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E7CA4C-1282-EF4E-B320-057A989F0372}"/>
              </a:ext>
            </a:extLst>
          </p:cNvPr>
          <p:cNvCxnSpPr>
            <a:cxnSpLocks/>
          </p:cNvCxnSpPr>
          <p:nvPr/>
        </p:nvCxnSpPr>
        <p:spPr>
          <a:xfrm>
            <a:off x="4352005" y="2779388"/>
            <a:ext cx="0" cy="99521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37425-7264-BA4E-B95F-D3DC47955CFE}"/>
              </a:ext>
            </a:extLst>
          </p:cNvPr>
          <p:cNvCxnSpPr>
            <a:cxnSpLocks/>
          </p:cNvCxnSpPr>
          <p:nvPr/>
        </p:nvCxnSpPr>
        <p:spPr>
          <a:xfrm>
            <a:off x="1285663" y="4422718"/>
            <a:ext cx="0" cy="134874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2EF080-5E89-A34E-B7A8-7DE59A31997C}"/>
              </a:ext>
            </a:extLst>
          </p:cNvPr>
          <p:cNvCxnSpPr>
            <a:cxnSpLocks/>
          </p:cNvCxnSpPr>
          <p:nvPr/>
        </p:nvCxnSpPr>
        <p:spPr>
          <a:xfrm>
            <a:off x="2775081" y="4409603"/>
            <a:ext cx="0" cy="136185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C0365F-B72E-E345-908A-E16450CFDE2A}"/>
              </a:ext>
            </a:extLst>
          </p:cNvPr>
          <p:cNvCxnSpPr>
            <a:cxnSpLocks/>
          </p:cNvCxnSpPr>
          <p:nvPr/>
        </p:nvCxnSpPr>
        <p:spPr>
          <a:xfrm>
            <a:off x="4284441" y="4397325"/>
            <a:ext cx="0" cy="137413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C80E021-1E7D-6943-BA5B-BD5D212DEBC4}"/>
              </a:ext>
            </a:extLst>
          </p:cNvPr>
          <p:cNvCxnSpPr>
            <a:cxnSpLocks/>
          </p:cNvCxnSpPr>
          <p:nvPr/>
        </p:nvCxnSpPr>
        <p:spPr>
          <a:xfrm>
            <a:off x="1524124" y="4410440"/>
            <a:ext cx="0" cy="1008411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0A6F6F-507C-294D-843E-3382070A7445}"/>
              </a:ext>
            </a:extLst>
          </p:cNvPr>
          <p:cNvCxnSpPr>
            <a:cxnSpLocks/>
          </p:cNvCxnSpPr>
          <p:nvPr/>
        </p:nvCxnSpPr>
        <p:spPr>
          <a:xfrm>
            <a:off x="3020343" y="4396429"/>
            <a:ext cx="0" cy="102242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224F03E-0F99-C646-9EB3-19FDAB7D40A3}"/>
              </a:ext>
            </a:extLst>
          </p:cNvPr>
          <p:cNvCxnSpPr>
            <a:cxnSpLocks/>
          </p:cNvCxnSpPr>
          <p:nvPr/>
        </p:nvCxnSpPr>
        <p:spPr>
          <a:xfrm>
            <a:off x="4487166" y="4409603"/>
            <a:ext cx="0" cy="100924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19D162D-4954-8D45-89EF-877E2EF56B88}"/>
              </a:ext>
            </a:extLst>
          </p:cNvPr>
          <p:cNvSpPr txBox="1"/>
          <p:nvPr/>
        </p:nvSpPr>
        <p:spPr>
          <a:xfrm>
            <a:off x="8932822" y="2600184"/>
            <a:ext cx="168122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External – 10.1.10.0/24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7312EF-B64E-2744-ABC1-BA97078F643F}"/>
              </a:ext>
            </a:extLst>
          </p:cNvPr>
          <p:cNvSpPr txBox="1"/>
          <p:nvPr/>
        </p:nvSpPr>
        <p:spPr>
          <a:xfrm>
            <a:off x="8860580" y="5637783"/>
            <a:ext cx="168122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Internal – 10.1.20.0/24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F72C9D-2D2B-214B-9F49-46FAC58F0F86}"/>
              </a:ext>
            </a:extLst>
          </p:cNvPr>
          <p:cNvSpPr txBox="1"/>
          <p:nvPr/>
        </p:nvSpPr>
        <p:spPr>
          <a:xfrm>
            <a:off x="8538366" y="5284867"/>
            <a:ext cx="19124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Management – 10.1.1.0/24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6782C9-671B-2E41-AD81-A553B2845445}"/>
              </a:ext>
            </a:extLst>
          </p:cNvPr>
          <p:cNvSpPr txBox="1"/>
          <p:nvPr/>
        </p:nvSpPr>
        <p:spPr>
          <a:xfrm>
            <a:off x="1203751" y="3411227"/>
            <a:ext cx="3587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1F4115-94D8-4D45-9818-C55475049C30}"/>
              </a:ext>
            </a:extLst>
          </p:cNvPr>
          <p:cNvSpPr txBox="1"/>
          <p:nvPr/>
        </p:nvSpPr>
        <p:spPr>
          <a:xfrm>
            <a:off x="1042706" y="4491970"/>
            <a:ext cx="3587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769095-C5F0-EE4B-A0DB-6865E397BD13}"/>
              </a:ext>
            </a:extLst>
          </p:cNvPr>
          <p:cNvSpPr txBox="1"/>
          <p:nvPr/>
        </p:nvSpPr>
        <p:spPr>
          <a:xfrm>
            <a:off x="1396918" y="4490805"/>
            <a:ext cx="3587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236274-ABCD-D047-B562-6D650D219294}"/>
              </a:ext>
            </a:extLst>
          </p:cNvPr>
          <p:cNvSpPr txBox="1"/>
          <p:nvPr/>
        </p:nvSpPr>
        <p:spPr>
          <a:xfrm>
            <a:off x="2751639" y="3411227"/>
            <a:ext cx="3587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F6961F-1374-D346-8E74-AC45AC16DB1A}"/>
              </a:ext>
            </a:extLst>
          </p:cNvPr>
          <p:cNvSpPr txBox="1"/>
          <p:nvPr/>
        </p:nvSpPr>
        <p:spPr>
          <a:xfrm>
            <a:off x="2536432" y="4478855"/>
            <a:ext cx="3587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AD4726-4B5F-DB4C-8461-65E4DE2E17F6}"/>
              </a:ext>
            </a:extLst>
          </p:cNvPr>
          <p:cNvSpPr txBox="1"/>
          <p:nvPr/>
        </p:nvSpPr>
        <p:spPr>
          <a:xfrm>
            <a:off x="2890644" y="4477690"/>
            <a:ext cx="3587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3ADB9D-CF64-4B47-9850-1DC0E554DBF7}"/>
              </a:ext>
            </a:extLst>
          </p:cNvPr>
          <p:cNvSpPr txBox="1"/>
          <p:nvPr/>
        </p:nvSpPr>
        <p:spPr>
          <a:xfrm>
            <a:off x="4172611" y="3428353"/>
            <a:ext cx="3587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901AED-42DB-9447-8382-0C26FD8AAD97}"/>
              </a:ext>
            </a:extLst>
          </p:cNvPr>
          <p:cNvSpPr txBox="1"/>
          <p:nvPr/>
        </p:nvSpPr>
        <p:spPr>
          <a:xfrm>
            <a:off x="4032650" y="4478855"/>
            <a:ext cx="3587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570805-FBC5-C140-8BE9-AFF21DA16072}"/>
              </a:ext>
            </a:extLst>
          </p:cNvPr>
          <p:cNvSpPr txBox="1"/>
          <p:nvPr/>
        </p:nvSpPr>
        <p:spPr>
          <a:xfrm>
            <a:off x="4386862" y="4477690"/>
            <a:ext cx="3587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7C63FB-5FEB-524A-B558-DE00DC2AE1EA}"/>
              </a:ext>
            </a:extLst>
          </p:cNvPr>
          <p:cNvSpPr/>
          <p:nvPr/>
        </p:nvSpPr>
        <p:spPr>
          <a:xfrm>
            <a:off x="10017300" y="3758824"/>
            <a:ext cx="1164303" cy="630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Windows 10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EED399F-0497-9946-AEBC-B591A1BD8A0C}"/>
              </a:ext>
            </a:extLst>
          </p:cNvPr>
          <p:cNvCxnSpPr>
            <a:cxnSpLocks/>
          </p:cNvCxnSpPr>
          <p:nvPr/>
        </p:nvCxnSpPr>
        <p:spPr>
          <a:xfrm>
            <a:off x="10614043" y="4396378"/>
            <a:ext cx="0" cy="1022473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B4AEBFC-D5E7-A842-82A0-472956E7AAA5}"/>
              </a:ext>
            </a:extLst>
          </p:cNvPr>
          <p:cNvSpPr txBox="1"/>
          <p:nvPr/>
        </p:nvSpPr>
        <p:spPr>
          <a:xfrm>
            <a:off x="2134982" y="5632961"/>
            <a:ext cx="139478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Floating IP .10-12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AD4928-0B0A-9B4B-8DBC-0B3AF4EAB397}"/>
              </a:ext>
            </a:extLst>
          </p:cNvPr>
          <p:cNvSpPr/>
          <p:nvPr/>
        </p:nvSpPr>
        <p:spPr>
          <a:xfrm>
            <a:off x="6101684" y="3758826"/>
            <a:ext cx="1316842" cy="630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gtm01.f5demo.com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EB3F8DC-BE7A-144E-9F52-2700D5EB2DB0}"/>
              </a:ext>
            </a:extLst>
          </p:cNvPr>
          <p:cNvSpPr/>
          <p:nvPr/>
        </p:nvSpPr>
        <p:spPr>
          <a:xfrm>
            <a:off x="7608828" y="3758824"/>
            <a:ext cx="1316842" cy="630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gtm02.f5demo.com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FCCA6AA-4246-EF4A-9DB7-A50ADC1011DA}"/>
              </a:ext>
            </a:extLst>
          </p:cNvPr>
          <p:cNvCxnSpPr>
            <a:cxnSpLocks/>
          </p:cNvCxnSpPr>
          <p:nvPr/>
        </p:nvCxnSpPr>
        <p:spPr>
          <a:xfrm>
            <a:off x="6663077" y="4408656"/>
            <a:ext cx="0" cy="1362804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719A030-EAA1-D142-8149-1F6FFFB2960D}"/>
              </a:ext>
            </a:extLst>
          </p:cNvPr>
          <p:cNvCxnSpPr>
            <a:cxnSpLocks/>
          </p:cNvCxnSpPr>
          <p:nvPr/>
        </p:nvCxnSpPr>
        <p:spPr>
          <a:xfrm>
            <a:off x="8172437" y="4396378"/>
            <a:ext cx="0" cy="137508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6449791-B1F7-764E-8A0D-49388078BA3E}"/>
              </a:ext>
            </a:extLst>
          </p:cNvPr>
          <p:cNvCxnSpPr>
            <a:cxnSpLocks/>
          </p:cNvCxnSpPr>
          <p:nvPr/>
        </p:nvCxnSpPr>
        <p:spPr>
          <a:xfrm>
            <a:off x="6908339" y="4395482"/>
            <a:ext cx="0" cy="102336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224ED6A-55CB-2941-B009-5314A2227066}"/>
              </a:ext>
            </a:extLst>
          </p:cNvPr>
          <p:cNvCxnSpPr>
            <a:cxnSpLocks/>
          </p:cNvCxnSpPr>
          <p:nvPr/>
        </p:nvCxnSpPr>
        <p:spPr>
          <a:xfrm>
            <a:off x="8375162" y="4408656"/>
            <a:ext cx="0" cy="1010195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F36760E-1C29-F241-809A-DED482D7AD0A}"/>
              </a:ext>
            </a:extLst>
          </p:cNvPr>
          <p:cNvSpPr txBox="1"/>
          <p:nvPr/>
        </p:nvSpPr>
        <p:spPr>
          <a:xfrm>
            <a:off x="6424427" y="4477908"/>
            <a:ext cx="41905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9EEFD1D-A22D-4345-998B-54EFFB8B85B8}"/>
              </a:ext>
            </a:extLst>
          </p:cNvPr>
          <p:cNvSpPr txBox="1"/>
          <p:nvPr/>
        </p:nvSpPr>
        <p:spPr>
          <a:xfrm>
            <a:off x="6747109" y="4476743"/>
            <a:ext cx="45394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A07167-B6CD-E344-9EF1-F1D6FA2BC22F}"/>
              </a:ext>
            </a:extLst>
          </p:cNvPr>
          <p:cNvSpPr txBox="1"/>
          <p:nvPr/>
        </p:nvSpPr>
        <p:spPr>
          <a:xfrm>
            <a:off x="7935440" y="4490805"/>
            <a:ext cx="41905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102912-806F-924C-8D2F-C2469AB607A8}"/>
              </a:ext>
            </a:extLst>
          </p:cNvPr>
          <p:cNvSpPr txBox="1"/>
          <p:nvPr/>
        </p:nvSpPr>
        <p:spPr>
          <a:xfrm>
            <a:off x="8258122" y="4489640"/>
            <a:ext cx="45394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.9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EDAA3E9-B3B1-E544-8AD3-1928AE7F8A89}"/>
              </a:ext>
            </a:extLst>
          </p:cNvPr>
          <p:cNvCxnSpPr>
            <a:cxnSpLocks/>
          </p:cNvCxnSpPr>
          <p:nvPr/>
        </p:nvCxnSpPr>
        <p:spPr>
          <a:xfrm>
            <a:off x="6823735" y="2762262"/>
            <a:ext cx="0" cy="99521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DE65584-F472-6A4F-9BDA-A304A19AC0E3}"/>
              </a:ext>
            </a:extLst>
          </p:cNvPr>
          <p:cNvCxnSpPr>
            <a:cxnSpLocks/>
          </p:cNvCxnSpPr>
          <p:nvPr/>
        </p:nvCxnSpPr>
        <p:spPr>
          <a:xfrm>
            <a:off x="8350375" y="2762262"/>
            <a:ext cx="0" cy="99521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828946D-E195-DE47-8563-547282AE3308}"/>
              </a:ext>
            </a:extLst>
          </p:cNvPr>
          <p:cNvSpPr txBox="1"/>
          <p:nvPr/>
        </p:nvSpPr>
        <p:spPr>
          <a:xfrm>
            <a:off x="6611134" y="3411227"/>
            <a:ext cx="47699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340536-1893-0A4E-90A0-47755B7E7084}"/>
              </a:ext>
            </a:extLst>
          </p:cNvPr>
          <p:cNvSpPr txBox="1"/>
          <p:nvPr/>
        </p:nvSpPr>
        <p:spPr>
          <a:xfrm>
            <a:off x="8172437" y="3411227"/>
            <a:ext cx="38741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445F04-0293-5A49-A17E-5FD82201AF53}"/>
              </a:ext>
            </a:extLst>
          </p:cNvPr>
          <p:cNvSpPr txBox="1"/>
          <p:nvPr/>
        </p:nvSpPr>
        <p:spPr>
          <a:xfrm>
            <a:off x="10437547" y="4489640"/>
            <a:ext cx="35878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82D1B71-CBE4-A64D-8969-C69AFF3379BB}"/>
              </a:ext>
            </a:extLst>
          </p:cNvPr>
          <p:cNvSpPr txBox="1"/>
          <p:nvPr/>
        </p:nvSpPr>
        <p:spPr>
          <a:xfrm>
            <a:off x="7094785" y="2600184"/>
            <a:ext cx="104964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.53 Listener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A713FBB-9A88-7A49-89B3-9120DEDAAD55}"/>
              </a:ext>
            </a:extLst>
          </p:cNvPr>
          <p:cNvSpPr/>
          <p:nvPr/>
        </p:nvSpPr>
        <p:spPr>
          <a:xfrm>
            <a:off x="4929611" y="1133941"/>
            <a:ext cx="1316842" cy="630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R1.f5demo.com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CB5C0F2-F5FF-F749-A57B-D762B97A06EC}"/>
              </a:ext>
            </a:extLst>
          </p:cNvPr>
          <p:cNvCxnSpPr>
            <a:cxnSpLocks/>
          </p:cNvCxnSpPr>
          <p:nvPr/>
        </p:nvCxnSpPr>
        <p:spPr>
          <a:xfrm>
            <a:off x="5594009" y="1765236"/>
            <a:ext cx="0" cy="995216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C1B4882-6075-9545-85DD-EB6668326CCF}"/>
              </a:ext>
            </a:extLst>
          </p:cNvPr>
          <p:cNvSpPr txBox="1"/>
          <p:nvPr/>
        </p:nvSpPr>
        <p:spPr>
          <a:xfrm>
            <a:off x="5354712" y="1868090"/>
            <a:ext cx="46663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.20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4D4946-8929-5349-A121-068A8BC3578F}"/>
              </a:ext>
            </a:extLst>
          </p:cNvPr>
          <p:cNvSpPr txBox="1"/>
          <p:nvPr/>
        </p:nvSpPr>
        <p:spPr>
          <a:xfrm>
            <a:off x="4584774" y="3147811"/>
            <a:ext cx="73768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BGP</a:t>
            </a:r>
          </a:p>
          <a:p>
            <a:r>
              <a:rPr lang="en-US" sz="1200" dirty="0"/>
              <a:t>65001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B670CDA-2472-684E-BAA2-8FA4D55CD6C1}"/>
              </a:ext>
            </a:extLst>
          </p:cNvPr>
          <p:cNvSpPr/>
          <p:nvPr/>
        </p:nvSpPr>
        <p:spPr>
          <a:xfrm>
            <a:off x="4316099" y="772536"/>
            <a:ext cx="2563396" cy="1437754"/>
          </a:xfrm>
          <a:prstGeom prst="ellipse">
            <a:avLst/>
          </a:prstGeom>
          <a:noFill/>
          <a:ln>
            <a:solidFill>
              <a:schemeClr val="accent1">
                <a:shade val="50000"/>
                <a:alpha val="35855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47FD12-C8FA-4947-B2DD-49261510975E}"/>
              </a:ext>
            </a:extLst>
          </p:cNvPr>
          <p:cNvSpPr txBox="1"/>
          <p:nvPr/>
        </p:nvSpPr>
        <p:spPr>
          <a:xfrm>
            <a:off x="6350436" y="804214"/>
            <a:ext cx="73768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BGP</a:t>
            </a:r>
          </a:p>
          <a:p>
            <a:r>
              <a:rPr lang="en-US" sz="1200" dirty="0"/>
              <a:t>65002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1CA3355-E451-7041-85E6-469A079AB23C}"/>
              </a:ext>
            </a:extLst>
          </p:cNvPr>
          <p:cNvSpPr/>
          <p:nvPr/>
        </p:nvSpPr>
        <p:spPr>
          <a:xfrm>
            <a:off x="1490873" y="2620609"/>
            <a:ext cx="1327832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VIP IP .101-103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7FD04B-29C0-0742-839A-2BA35E66B1C3}"/>
              </a:ext>
            </a:extLst>
          </p:cNvPr>
          <p:cNvSpPr txBox="1"/>
          <p:nvPr/>
        </p:nvSpPr>
        <p:spPr>
          <a:xfrm>
            <a:off x="3010873" y="2613088"/>
            <a:ext cx="126641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Floating IP .10-12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0DAC0C5-9470-134D-829F-0E9BF72AE169}"/>
              </a:ext>
            </a:extLst>
          </p:cNvPr>
          <p:cNvCxnSpPr>
            <a:cxnSpLocks/>
          </p:cNvCxnSpPr>
          <p:nvPr/>
        </p:nvCxnSpPr>
        <p:spPr>
          <a:xfrm>
            <a:off x="5821351" y="1764562"/>
            <a:ext cx="0" cy="36542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E098B7DA-5A2F-CD44-A59A-80BF47C983D7}"/>
              </a:ext>
            </a:extLst>
          </p:cNvPr>
          <p:cNvSpPr txBox="1"/>
          <p:nvPr/>
        </p:nvSpPr>
        <p:spPr>
          <a:xfrm>
            <a:off x="5635796" y="2323185"/>
            <a:ext cx="41816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.10</a:t>
            </a:r>
          </a:p>
        </p:txBody>
      </p:sp>
    </p:spTree>
    <p:extLst>
      <p:ext uri="{BB962C8B-B14F-4D97-AF65-F5344CB8AC3E}">
        <p14:creationId xmlns:p14="http://schemas.microsoft.com/office/powerpoint/2010/main" val="869512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3911</TotalTime>
  <Words>97</Words>
  <Application>Microsoft Macintosh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Adrian</dc:creator>
  <cp:lastModifiedBy>Chris Adrian</cp:lastModifiedBy>
  <cp:revision>15</cp:revision>
  <dcterms:created xsi:type="dcterms:W3CDTF">2021-08-16T19:12:48Z</dcterms:created>
  <dcterms:modified xsi:type="dcterms:W3CDTF">2021-08-31T18:19:31Z</dcterms:modified>
</cp:coreProperties>
</file>